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DM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qvWuVv9F5P2gfEJgSK1RGmSeM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Sans-boldItalic.fntdata"/><Relationship Id="rId12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10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370868" y="0"/>
            <a:ext cx="8936182" cy="10287000"/>
          </a:xfrm>
          <a:custGeom>
            <a:rect b="b" l="l" r="r" t="t"/>
            <a:pathLst>
              <a:path extrusionOk="0"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9067800" y="0"/>
            <a:ext cx="3489158" cy="10287000"/>
          </a:xfrm>
          <a:custGeom>
            <a:rect b="b" l="l" r="r" t="t"/>
            <a:pathLst>
              <a:path extrusionOk="0" h="10287000" w="3489158">
                <a:moveTo>
                  <a:pt x="0" y="0"/>
                </a:moveTo>
                <a:lnTo>
                  <a:pt x="3489158" y="0"/>
                </a:lnTo>
                <a:lnTo>
                  <a:pt x="3489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864086" y="4913928"/>
            <a:ext cx="4364182" cy="229572"/>
          </a:xfrm>
          <a:custGeom>
            <a:rect b="b" l="l" r="r" t="t"/>
            <a:pathLst>
              <a:path extrusionOk="0"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2806744" y="7366890"/>
            <a:ext cx="357500" cy="1551249"/>
          </a:xfrm>
          <a:custGeom>
            <a:rect b="b" l="l" r="r" t="t"/>
            <a:pathLst>
              <a:path extrusionOk="0" h="1551249" w="357500">
                <a:moveTo>
                  <a:pt x="0" y="0"/>
                </a:moveTo>
                <a:lnTo>
                  <a:pt x="357500" y="0"/>
                </a:lnTo>
                <a:lnTo>
                  <a:pt x="357500" y="1551249"/>
                </a:lnTo>
                <a:lnTo>
                  <a:pt x="0" y="155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2135765" y="2933688"/>
            <a:ext cx="4824682" cy="2355802"/>
          </a:xfrm>
          <a:custGeom>
            <a:rect b="b" l="l" r="r" t="t"/>
            <a:pathLst>
              <a:path extrusionOk="0" h="2355802" w="4824682">
                <a:moveTo>
                  <a:pt x="0" y="0"/>
                </a:moveTo>
                <a:lnTo>
                  <a:pt x="4824682" y="0"/>
                </a:lnTo>
                <a:lnTo>
                  <a:pt x="4824682" y="2355802"/>
                </a:lnTo>
                <a:lnTo>
                  <a:pt x="0" y="2355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950976" y="977218"/>
            <a:ext cx="6912864" cy="282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49" u="none" cap="none" strike="noStrike">
                <a:solidFill>
                  <a:srgbClr val="272727"/>
                </a:solidFill>
                <a:latin typeface="DM Sans"/>
                <a:ea typeface="DM Sans"/>
                <a:cs typeface="DM Sans"/>
                <a:sym typeface="DM Sans"/>
              </a:rPr>
              <a:t>&lt;Project Title&gt;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50976" y="5347238"/>
            <a:ext cx="6839712" cy="48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2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&lt;Your Problem Statement&gt;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64086" y="7266255"/>
            <a:ext cx="1865376" cy="158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TEAM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TRACK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MEMBERS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240444" y="7189974"/>
            <a:ext cx="4962171" cy="2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Your Team Name</a:t>
            </a:r>
            <a:endParaRPr/>
          </a:p>
          <a:p>
            <a:pPr indent="0" lvl="0" marL="0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Your Track</a:t>
            </a:r>
            <a:endParaRPr/>
          </a:p>
          <a:p>
            <a:pPr indent="-236832" lvl="1" marL="473663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Clr>
                <a:srgbClr val="8A8B8D"/>
              </a:buClr>
              <a:buSzPts val="2193"/>
              <a:buFont typeface="Arial"/>
              <a:buChar char="•"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Team Member 1</a:t>
            </a:r>
            <a:endParaRPr/>
          </a:p>
          <a:p>
            <a:pPr indent="-236832" lvl="1" marL="473663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Clr>
                <a:srgbClr val="8A8B8D"/>
              </a:buClr>
              <a:buSzPts val="2193"/>
              <a:buFont typeface="Arial"/>
              <a:buChar char="•"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Team Member 2</a:t>
            </a:r>
            <a:endParaRPr/>
          </a:p>
          <a:p>
            <a:pPr indent="-236832" lvl="1" marL="473663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Clr>
                <a:srgbClr val="8A8B8D"/>
              </a:buClr>
              <a:buSzPts val="2193"/>
              <a:buFont typeface="Arial"/>
              <a:buChar char="•"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Team Member 3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1057446" y="5755366"/>
            <a:ext cx="6981321" cy="1567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5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Aravalli Build Challenge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 txBox="1"/>
          <p:nvPr/>
        </p:nvSpPr>
        <p:spPr>
          <a:xfrm>
            <a:off x="987552" y="1221600"/>
            <a:ext cx="10442448" cy="10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64086" y="2776725"/>
            <a:ext cx="16395214" cy="5804885"/>
          </a:xfrm>
          <a:custGeom>
            <a:rect b="b" l="l" r="r" t="t"/>
            <a:pathLst>
              <a:path extrusionOk="0" h="5804885" w="16395214">
                <a:moveTo>
                  <a:pt x="0" y="0"/>
                </a:moveTo>
                <a:lnTo>
                  <a:pt x="16395214" y="0"/>
                </a:lnTo>
                <a:lnTo>
                  <a:pt x="16395214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0541" l="0" r="0" t="-60541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1609344" y="3401343"/>
            <a:ext cx="1225296" cy="3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0" u="none" cap="none" strike="noStrike">
                <a:solidFill>
                  <a:srgbClr val="196BFA"/>
                </a:solidFill>
                <a:latin typeface="DM Sans"/>
                <a:ea typeface="DM Sans"/>
                <a:cs typeface="DM Sans"/>
                <a:sym typeface="DM Sans"/>
              </a:rPr>
              <a:t>PROBLEM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609344" y="3957657"/>
            <a:ext cx="9153109" cy="41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Define your identified problem statement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609344" y="5956926"/>
            <a:ext cx="1700784" cy="309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7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TARGET USERS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609344" y="6495721"/>
            <a:ext cx="12252990" cy="39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Developers, designers, and product creators building real-world solutions.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987550" y="9552724"/>
            <a:ext cx="314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517136" y="9553026"/>
            <a:ext cx="1335024" cy="16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987552" y="1355696"/>
            <a:ext cx="10442448" cy="10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028700" y="2634550"/>
            <a:ext cx="16203584" cy="6501471"/>
          </a:xfrm>
          <a:custGeom>
            <a:rect b="b" l="l" r="r" t="t"/>
            <a:pathLst>
              <a:path extrusionOk="0" h="5804885" w="7415828">
                <a:moveTo>
                  <a:pt x="0" y="0"/>
                </a:moveTo>
                <a:lnTo>
                  <a:pt x="7415828" y="0"/>
                </a:lnTo>
                <a:lnTo>
                  <a:pt x="7415828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 txBox="1"/>
          <p:nvPr/>
        </p:nvSpPr>
        <p:spPr>
          <a:xfrm>
            <a:off x="1956838" y="3248091"/>
            <a:ext cx="1280160" cy="318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0" u="none" cap="none" strike="noStrike">
                <a:solidFill>
                  <a:srgbClr val="196BFA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956850" y="3837400"/>
            <a:ext cx="146511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12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 all-in-one platform that streamlines building, collaboration, and impact.</a:t>
            </a:r>
            <a:endParaRPr b="0" i="0" sz="2412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12">
                <a:latin typeface="DM Sans"/>
                <a:ea typeface="DM Sans"/>
                <a:cs typeface="DM Sans"/>
                <a:sym typeface="DM Sans"/>
              </a:rPr>
              <a:t>Note : Using Google/Google Cloud Technologies and AI in your solutions will earn you bonus marks</a:t>
            </a:r>
            <a:endParaRPr b="1" sz="2412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12">
                <a:latin typeface="DM Sans"/>
                <a:ea typeface="DM Sans"/>
                <a:cs typeface="DM Sans"/>
                <a:sym typeface="DM Sans"/>
              </a:rPr>
              <a:t>Google Technologies will be our preferred choice for any solutions.</a:t>
            </a:r>
            <a:endParaRPr b="1" sz="2412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956838" y="5498302"/>
            <a:ext cx="1700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7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KEY FEATURES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3"/>
          <p:cNvSpPr txBox="1"/>
          <p:nvPr/>
        </p:nvSpPr>
        <p:spPr>
          <a:xfrm>
            <a:off x="1956850" y="5950775"/>
            <a:ext cx="73647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Unified project workspace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collaboration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Smart templates and automation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Deploy and showcase with ease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987550" y="9552728"/>
            <a:ext cx="314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4517136" y="9553026"/>
            <a:ext cx="1335024" cy="16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896112" y="1256857"/>
            <a:ext cx="10588752" cy="96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3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APPROACH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024128" y="2952652"/>
            <a:ext cx="3767328" cy="53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ARCHITECTURE DIAGRAM/ WORKFLOW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0445598" y="7062064"/>
            <a:ext cx="229694" cy="1519546"/>
          </a:xfrm>
          <a:custGeom>
            <a:rect b="b" l="l" r="r" t="t"/>
            <a:pathLst>
              <a:path extrusionOk="0"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1024128" y="9506700"/>
            <a:ext cx="2889504" cy="214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535424" y="9506392"/>
            <a:ext cx="1316736" cy="21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8" u="none" cap="none" strike="noStrike">
                <a:solidFill>
                  <a:srgbClr val="6B6B6B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 txBox="1"/>
          <p:nvPr/>
        </p:nvSpPr>
        <p:spPr>
          <a:xfrm>
            <a:off x="896112" y="1256857"/>
            <a:ext cx="10588752" cy="96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3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 STACK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5"/>
          <p:cNvSpPr txBox="1"/>
          <p:nvPr/>
        </p:nvSpPr>
        <p:spPr>
          <a:xfrm>
            <a:off x="1188751" y="3198599"/>
            <a:ext cx="1827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TECH STACK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64086" y="3739376"/>
            <a:ext cx="16559828" cy="2372241"/>
          </a:xfrm>
          <a:custGeom>
            <a:rect b="b" l="l" r="r" t="t"/>
            <a:pathLst>
              <a:path extrusionOk="0" h="2372241" w="16559828">
                <a:moveTo>
                  <a:pt x="0" y="0"/>
                </a:moveTo>
                <a:lnTo>
                  <a:pt x="16559828" y="0"/>
                </a:lnTo>
                <a:lnTo>
                  <a:pt x="1655982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4299102" y="4016179"/>
            <a:ext cx="229694" cy="1519546"/>
          </a:xfrm>
          <a:custGeom>
            <a:rect b="b" l="l" r="r" t="t"/>
            <a:pathLst>
              <a:path extrusionOk="0"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7339810" y="4016179"/>
            <a:ext cx="229694" cy="1519546"/>
          </a:xfrm>
          <a:custGeom>
            <a:rect b="b" l="l" r="r" t="t"/>
            <a:pathLst>
              <a:path extrusionOk="0"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>
            <a:off x="10610212" y="4016179"/>
            <a:ext cx="229694" cy="1519546"/>
          </a:xfrm>
          <a:custGeom>
            <a:rect b="b" l="l" r="r" t="t"/>
            <a:pathLst>
              <a:path extrusionOk="0"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>
            <a:off x="14088432" y="4016179"/>
            <a:ext cx="229694" cy="1519546"/>
          </a:xfrm>
          <a:custGeom>
            <a:rect b="b" l="l" r="r" t="t"/>
            <a:pathLst>
              <a:path extrusionOk="0"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5"/>
          <p:cNvSpPr txBox="1"/>
          <p:nvPr/>
        </p:nvSpPr>
        <p:spPr>
          <a:xfrm>
            <a:off x="1702897" y="4091850"/>
            <a:ext cx="160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1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FRONTEND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4892871" y="4096251"/>
            <a:ext cx="1827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19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8285229" y="4117999"/>
            <a:ext cx="16092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4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DATABASE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1558349" y="4138046"/>
            <a:ext cx="1827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19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AUTH &amp; API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4941277" y="4163806"/>
            <a:ext cx="1827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19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DEPLOYMENT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1664950" y="4627774"/>
            <a:ext cx="18279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1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1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TypeScript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892871" y="4599649"/>
            <a:ext cx="1827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Node.js</a:t>
            </a:r>
            <a:endParaRPr/>
          </a:p>
          <a:p>
            <a:pPr indent="0" lvl="0" marL="0" marR="0" rtl="0" algn="l">
              <a:lnSpc>
                <a:spcPct val="16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8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Express.js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8303478" y="4770874"/>
            <a:ext cx="20052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MongoDB</a:t>
            </a:r>
            <a:endParaRPr/>
          </a:p>
          <a:p>
            <a:pPr indent="0" lvl="0" marL="0" marR="0" rtl="0" algn="l">
              <a:lnSpc>
                <a:spcPct val="16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Cloud storage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1246026" y="4764450"/>
            <a:ext cx="25119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JWT authentication</a:t>
            </a:r>
            <a:endParaRPr/>
          </a:p>
          <a:p>
            <a:pPr indent="0" lvl="0" marL="0" marR="0" rtl="0" algn="l">
              <a:lnSpc>
                <a:spcPct val="16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RESTful APIs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14941322" y="4647450"/>
            <a:ext cx="20052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Vercel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5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CI/CD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1024128" y="9506700"/>
            <a:ext cx="2889504" cy="214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4535424" y="9506392"/>
            <a:ext cx="1316736" cy="21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8" u="none" cap="none" strike="noStrike">
                <a:solidFill>
                  <a:srgbClr val="6B6B6B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6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 txBox="1"/>
          <p:nvPr/>
        </p:nvSpPr>
        <p:spPr>
          <a:xfrm>
            <a:off x="987552" y="1301303"/>
            <a:ext cx="11022828" cy="894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1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IMPACT &amp; SCALABILITY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950974" y="3770425"/>
            <a:ext cx="29628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 impact</a:t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950976" y="4389483"/>
            <a:ext cx="5285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Solutions that solve everyday problems.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950974" y="5344039"/>
            <a:ext cx="29628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More users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987550" y="5843174"/>
            <a:ext cx="6046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Designed for wider adoption and inclusion.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864075" y="6923050"/>
            <a:ext cx="2926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7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to scale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987551" y="7545906"/>
            <a:ext cx="48828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8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Robust, adaptable, and future-ready.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7175196" y="2776725"/>
            <a:ext cx="10248718" cy="6012593"/>
          </a:xfrm>
          <a:custGeom>
            <a:rect b="b" l="l" r="r" t="t"/>
            <a:pathLst>
              <a:path extrusionOk="0" h="6012593" w="10248718">
                <a:moveTo>
                  <a:pt x="0" y="0"/>
                </a:moveTo>
                <a:lnTo>
                  <a:pt x="10248718" y="0"/>
                </a:lnTo>
                <a:lnTo>
                  <a:pt x="1024871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6"/>
          <p:cNvSpPr txBox="1"/>
          <p:nvPr/>
        </p:nvSpPr>
        <p:spPr>
          <a:xfrm>
            <a:off x="7808976" y="5055045"/>
            <a:ext cx="1682496" cy="419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70" u="none" cap="none" strike="noStrike">
                <a:solidFill>
                  <a:srgbClr val="157EFB"/>
                </a:solidFill>
                <a:latin typeface="DM Sans"/>
                <a:ea typeface="DM Sans"/>
                <a:cs typeface="DM Sans"/>
                <a:sym typeface="DM Sans"/>
              </a:rPr>
              <a:t>UDAIPUR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7863840" y="5843179"/>
            <a:ext cx="1609344" cy="649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Local impact that matters.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0008086" y="4919394"/>
            <a:ext cx="885962" cy="448211"/>
          </a:xfrm>
          <a:custGeom>
            <a:rect b="b" l="l" r="r" t="t"/>
            <a:pathLst>
              <a:path extrusionOk="0"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6"/>
          <p:cNvSpPr txBox="1"/>
          <p:nvPr/>
        </p:nvSpPr>
        <p:spPr>
          <a:xfrm>
            <a:off x="11375123" y="5070526"/>
            <a:ext cx="2548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30" u="none" cap="none" strike="noStrike">
                <a:solidFill>
                  <a:srgbClr val="FF4D4D"/>
                </a:solidFill>
                <a:latin typeface="DM Sans"/>
                <a:ea typeface="DM Sans"/>
                <a:cs typeface="DM Sans"/>
                <a:sym typeface="DM Sans"/>
              </a:rPr>
              <a:t>RAJASTHAN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1649456" y="5843179"/>
            <a:ext cx="1792224" cy="649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Scaling across communities.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3923818" y="4919394"/>
            <a:ext cx="1104718" cy="448211"/>
          </a:xfrm>
          <a:custGeom>
            <a:rect b="b" l="l" r="r" t="t"/>
            <a:pathLst>
              <a:path extrusionOk="0"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 txBox="1"/>
          <p:nvPr/>
        </p:nvSpPr>
        <p:spPr>
          <a:xfrm>
            <a:off x="15344775" y="5054550"/>
            <a:ext cx="1498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11" u="none" cap="none" strike="noStrike">
                <a:solidFill>
                  <a:srgbClr val="02A845"/>
                </a:solidFill>
                <a:latin typeface="DM Sans"/>
                <a:ea typeface="DM Sans"/>
                <a:cs typeface="DM Sans"/>
                <a:sym typeface="DM Sans"/>
              </a:rPr>
              <a:t>INDIA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5252192" y="5843179"/>
            <a:ext cx="1609344" cy="649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Empowering millions.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6"/>
          <p:cNvSpPr txBox="1"/>
          <p:nvPr/>
        </p:nvSpPr>
        <p:spPr>
          <a:xfrm>
            <a:off x="987552" y="9522028"/>
            <a:ext cx="2926080" cy="214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4535424" y="9511956"/>
            <a:ext cx="1316736" cy="2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